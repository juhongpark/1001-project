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LightMap Boston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887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BBF24"/>
                </a:solidFill>
                <a:latin typeface="Calibri"/>
              </a:defRPr>
            </a:pPr>
            <a:r>
              <a:t>Daytime — where is the shade?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60A5FA"/>
                </a:solidFill>
                <a:latin typeface="Calibri"/>
              </a:defRPr>
            </a:pPr>
            <a:r>
              <a:t>Nighttime — where is the light?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 real-time map of Boston that shows shaded and bright areas as the sun moves and the city lights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10698480" cy="1828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327" y="3200400"/>
            <a:ext cx="2377440" cy="155448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327" y="3246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1F5F9"/>
                </a:solidFill>
                <a:latin typeface="Calibri"/>
              </a:defRPr>
            </a:pPr>
            <a:r>
              <a:t>☀️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327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Shade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327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Safe from sunburn</a:t>
            </a:r>
            <a:br/>
            <a:r>
              <a:t>and heatstroke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327" y="4389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Sun angle × 128K buildings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5527" y="3200400"/>
            <a:ext cx="2377440" cy="155448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5527" y="3246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1F5F9"/>
                </a:solidFill>
                <a:latin typeface="Calibri"/>
              </a:defRPr>
            </a:pPr>
            <a:r>
              <a:t>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5527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  <a:latin typeface="Calibri"/>
              </a:defRPr>
            </a:pPr>
            <a:r>
              <a:t>Brightness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5527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Safe from dark</a:t>
            </a:r>
            <a:br/>
            <a:r>
              <a:t>and isolated streets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527" y="4389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74K streetlights + businesses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3200400"/>
            <a:ext cx="2377440" cy="155448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7" y="3246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1F5F9"/>
                </a:solidFill>
                <a:latin typeface="Calibri"/>
              </a:defRPr>
            </a:pPr>
            <a:r>
              <a:t>🌧️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Calibri"/>
              </a:defRPr>
            </a:pPr>
            <a:r>
              <a:t>Flood Overlay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Safe from</a:t>
            </a:r>
            <a:br/>
            <a:r>
              <a:t>flooded streets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389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Historical flood areas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1927" y="3200400"/>
            <a:ext cx="2377440" cy="1554480"/>
          </a:xfrm>
          <a:prstGeom prst="roundRect">
            <a:avLst/>
          </a:prstGeom>
          <a:solidFill>
            <a:srgbClr val="16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1927" y="32461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1F5F9"/>
                </a:solidFill>
                <a:latin typeface="Calibri"/>
              </a:defRPr>
            </a:pPr>
            <a:r>
              <a:t>❄️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1927" y="3657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Calibri"/>
              </a:defRPr>
            </a:pPr>
            <a:r>
              <a:t>Ice Overlay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1927" y="3977639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Safe from</a:t>
            </a:r>
            <a:br/>
            <a:r>
              <a:t>slippery 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1927" y="4389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Calibri"/>
              </a:defRPr>
            </a:pPr>
            <a:r>
              <a:t>Historical icy areas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8348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Calibri"/>
              </a:defRPr>
            </a:pPr>
            <a:r>
              <a:t>Automatically adapts to current time and weather.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39496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5486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VERIFIED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128K buildings with height  ·  74K streetlights  ·  citywide tree canopy</a:t>
            </a:r>
            <a:br/>
            <a:r>
              <a:t>257K+ crime records  ·  42K+ crash records  ·  free real-time APIs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486400"/>
            <a:ext cx="4754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SHADOW MATH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Summer 2pm: 10m building → 5m shadow</a:t>
            </a:r>
            <a:br/>
            <a:r>
              <a:t>Winter 2pm: 10m building → 27m shadow (5× longer)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172200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In the light of day, we shield you from the sun. In the dark of night, we guide you to the light.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92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City of Boston  ·  Python  ·  pvlib  ·  GeoPandas  ·  Leaflet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49224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Calibri"/>
              </a:defRPr>
            </a:pPr>
            <a:r>
              <a:t>MIT 1.001 — Engineering Computation and Data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